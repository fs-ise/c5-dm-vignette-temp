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9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7E976-0CE6-9967-7187-E5F6144A8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E7EC77-CE18-28C3-A5D0-67680DBF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E3296-58E5-7E7B-8D5D-84F61F31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F37960-F6DE-B647-2F66-444DF85C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797661-0A98-5E34-315A-8E4FE0AE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768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A9103D-B195-0788-8661-E5B80FDA4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CECC16-0FC0-B595-CA2F-B27FB89B9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67B539-9196-A121-9463-BB0C3829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F3BFB4-D94C-9042-0710-16F392E9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10875B-E4B2-89D3-9738-D1307543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691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432752-95BA-8173-7E14-FA270971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709A07-4A81-120B-9BE9-098D50B33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5F5508-0524-441D-CE70-68F61041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31086C-6ED8-AD16-7DC6-1CCA015A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7863C8-048D-A2B6-0053-10DAA533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684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D28A6-56FB-29B4-3F22-B03C9CF9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3DACF4-2256-8CC2-17D7-658A5B7F6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6E3352-C3E6-66C0-F783-20B5F013C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1D0BDE-4011-D1CE-B7BA-B0A22569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8F712D-CF15-89E5-516C-D109D790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B6AC8F-9D9F-BDDE-1503-19B0E953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125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1DD0-79FC-80C5-EEFF-7B266C67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4426AE-F7BC-6171-581C-5EF8DDFC7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4C2C1B-836E-CC51-567A-0FD4C86F5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7F1817-3068-31E0-B1AE-214F71F8A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DA8948-65E5-5296-53B5-64ED0FF49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30BADC5-66F7-A70F-59EF-A9724794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936EB0-D371-2052-6594-CF968729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643C47C-72F9-9111-847C-B7A52B25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638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52DA8-7724-ADF1-9F7D-8F9AF31C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16C527-47DA-DD84-9A11-B562F38C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1B84E9-843A-E62B-B5F6-803F78214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C8A1E1-7683-D7E4-3148-173A54F7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345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F48D991-88E2-D04B-390D-137874D2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6F0F70-1CC2-B8EA-854D-44DEAFA47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8CBD6C-56F7-B10F-8C54-B5BD77D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938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41576E-264B-B99D-3177-31D36DD1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4483CE-E9E1-DD66-AC0D-EAC978887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909E92-5426-3626-1C44-7D0BD3CC7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3F1634-ACDB-B1EA-FC4E-71D1693B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ADF62E-FB47-7B2E-99FE-979F70F4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5A5F4A-374F-DA68-98B0-00131282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546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DEBBA6-703A-F4CB-9CA8-7FA3C5EF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BE6A6C-F5EC-2093-A2A1-EFD4DB91E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34FA38-17A3-2051-8A58-D47DCD179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781C91-B20E-821D-F037-E1E0DA7A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F86A40-B48E-E659-2472-9A6CBDF8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ABFFC1-C05A-40A2-3F2A-D14B0161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413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CE3F6-9FC8-5E63-510D-1D754375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CBE232-4977-8D71-4E65-C948BD42C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1E3D92-7032-4EC6-72F1-76B715EA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9BE17A-FF87-3C14-64AC-EBF30C57C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E8F49-B1FD-CC5B-17FC-5211FE11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386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11E5E7-E7CB-EE75-3120-7E40E3B37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FA427E-6FDB-2C16-826D-8BC913F71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E6AF45-FE3B-3D0E-FE39-78C80CB9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E91684-4281-1823-DD10-5B14C1BD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1CA13B-34D1-FE16-24FC-0D2B0E95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87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4AF295-8296-85E4-4C09-AFAC09D6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283322-590C-88B5-633C-31EAB2E5A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C54094-6700-FA32-1714-D8AF93ADA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F6AD8-4796-4065-AE35-6A324B13A8E5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361CBD-CA7B-8E5E-3D7C-1CDBEA507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922E15-E532-2B6E-9B02-768F3C06B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7B5F4-457B-41F9-ADB3-C13614F6A5C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444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microsoft.com/office/2007/relationships/hdphoto" Target="../media/hdphoto1.wdp"/><Relationship Id="rId21" Type="http://schemas.microsoft.com/office/2007/relationships/hdphoto" Target="../media/hdphoto10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5" Type="http://schemas.microsoft.com/office/2007/relationships/hdphoto" Target="../media/hdphoto12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2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1.wdp"/><Relationship Id="rId10" Type="http://schemas.openxmlformats.org/officeDocument/2006/relationships/image" Target="../media/image5.png"/><Relationship Id="rId19" Type="http://schemas.microsoft.com/office/2007/relationships/hdphoto" Target="../media/hdphoto9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microsoft.com/office/2007/relationships/hdphoto" Target="../media/hdphoto1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7A9BA306-7F03-87FE-66A1-A4C695477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74520"/>
              </p:ext>
            </p:extLst>
          </p:nvPr>
        </p:nvGraphicFramePr>
        <p:xfrm>
          <a:off x="964933" y="2088753"/>
          <a:ext cx="3034178" cy="19136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741">
                  <a:extLst>
                    <a:ext uri="{9D8B030D-6E8A-4147-A177-3AD203B41FA5}">
                      <a16:colId xmlns:a16="http://schemas.microsoft.com/office/drawing/2014/main" val="1712945751"/>
                    </a:ext>
                  </a:extLst>
                </a:gridCol>
                <a:gridCol w="1069306">
                  <a:extLst>
                    <a:ext uri="{9D8B030D-6E8A-4147-A177-3AD203B41FA5}">
                      <a16:colId xmlns:a16="http://schemas.microsoft.com/office/drawing/2014/main" val="3917903943"/>
                    </a:ext>
                  </a:extLst>
                </a:gridCol>
                <a:gridCol w="1317131">
                  <a:extLst>
                    <a:ext uri="{9D8B030D-6E8A-4147-A177-3AD203B41FA5}">
                      <a16:colId xmlns:a16="http://schemas.microsoft.com/office/drawing/2014/main" val="2086025109"/>
                    </a:ext>
                  </a:extLst>
                </a:gridCol>
              </a:tblGrid>
              <a:tr h="391435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364411"/>
                  </a:ext>
                </a:extLst>
              </a:tr>
              <a:tr h="347942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[1]</a:t>
                      </a:r>
                      <a:endParaRPr lang="en-CA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659311258"/>
                  </a:ext>
                </a:extLst>
              </a:tr>
              <a:tr h="391435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[2]</a:t>
                      </a:r>
                      <a:endParaRPr lang="en-CA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794337848"/>
                  </a:ext>
                </a:extLst>
              </a:tr>
              <a:tr h="391435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[3]</a:t>
                      </a:r>
                      <a:endParaRPr lang="en-CA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0632525"/>
                  </a:ext>
                </a:extLst>
              </a:tr>
              <a:tr h="391435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[4]</a:t>
                      </a:r>
                      <a:endParaRPr lang="en-CA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584194944"/>
                  </a:ext>
                </a:extLst>
              </a:tr>
            </a:tbl>
          </a:graphicData>
        </a:graphic>
      </p:graphicFrame>
      <p:sp>
        <p:nvSpPr>
          <p:cNvPr id="9" name="Ellipse 8">
            <a:extLst>
              <a:ext uri="{FF2B5EF4-FFF2-40B4-BE49-F238E27FC236}">
                <a16:creationId xmlns:a16="http://schemas.microsoft.com/office/drawing/2014/main" id="{B1F0954D-7D63-59FB-401A-1C860DF053E0}"/>
              </a:ext>
            </a:extLst>
          </p:cNvPr>
          <p:cNvSpPr/>
          <p:nvPr/>
        </p:nvSpPr>
        <p:spPr>
          <a:xfrm>
            <a:off x="4982742" y="3336677"/>
            <a:ext cx="1080000" cy="108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[1]</a:t>
            </a:r>
            <a:endParaRPr lang="en-CA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CA74087-A900-091D-6FCF-7AA16BD2558A}"/>
              </a:ext>
            </a:extLst>
          </p:cNvPr>
          <p:cNvSpPr/>
          <p:nvPr/>
        </p:nvSpPr>
        <p:spPr>
          <a:xfrm>
            <a:off x="5198742" y="4905901"/>
            <a:ext cx="648000" cy="64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[3]</a:t>
            </a:r>
            <a:endParaRPr lang="en-CA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149FE38-B074-7D64-164F-92F5E9E4CBCA}"/>
              </a:ext>
            </a:extLst>
          </p:cNvPr>
          <p:cNvSpPr/>
          <p:nvPr/>
        </p:nvSpPr>
        <p:spPr>
          <a:xfrm>
            <a:off x="6749418" y="4191191"/>
            <a:ext cx="805218" cy="7847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[2]</a:t>
            </a:r>
            <a:endParaRPr lang="en-CA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18D4690-1D53-3912-4F69-75BFAE2F0D11}"/>
              </a:ext>
            </a:extLst>
          </p:cNvPr>
          <p:cNvSpPr/>
          <p:nvPr/>
        </p:nvSpPr>
        <p:spPr>
          <a:xfrm>
            <a:off x="6548287" y="3624196"/>
            <a:ext cx="180000" cy="18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4CD84F5-E1A5-7BEA-9712-12D623656CEB}"/>
              </a:ext>
            </a:extLst>
          </p:cNvPr>
          <p:cNvCxnSpPr>
            <a:stCxn id="9" idx="6"/>
            <a:endCxn id="12" idx="2"/>
          </p:cNvCxnSpPr>
          <p:nvPr/>
        </p:nvCxnSpPr>
        <p:spPr>
          <a:xfrm flipV="1">
            <a:off x="6062742" y="3714196"/>
            <a:ext cx="485545" cy="162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B73E133-FE24-D356-046F-8CF5317BB534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5522742" y="4416677"/>
            <a:ext cx="0" cy="489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53F9682-B471-F08C-5AC2-FB2FE54A1BAB}"/>
              </a:ext>
            </a:extLst>
          </p:cNvPr>
          <p:cNvCxnSpPr>
            <a:cxnSpLocks/>
            <a:stCxn id="9" idx="5"/>
            <a:endCxn id="11" idx="2"/>
          </p:cNvCxnSpPr>
          <p:nvPr/>
        </p:nvCxnSpPr>
        <p:spPr>
          <a:xfrm>
            <a:off x="5904580" y="4258515"/>
            <a:ext cx="844838" cy="325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8696CED-F133-EF7B-189F-851AC19804BC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5751845" y="3777836"/>
            <a:ext cx="822802" cy="12229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981BE6D-5C7D-4D96-2693-76442C172686}"/>
              </a:ext>
            </a:extLst>
          </p:cNvPr>
          <p:cNvCxnSpPr>
            <a:cxnSpLocks/>
            <a:stCxn id="11" idx="3"/>
            <a:endCxn id="10" idx="6"/>
          </p:cNvCxnSpPr>
          <p:nvPr/>
        </p:nvCxnSpPr>
        <p:spPr>
          <a:xfrm flipH="1">
            <a:off x="5846742" y="4861012"/>
            <a:ext cx="1020597" cy="368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D57F1F62-2ED9-DAFE-3AF4-F9E0705F926E}"/>
              </a:ext>
            </a:extLst>
          </p:cNvPr>
          <p:cNvSpPr/>
          <p:nvPr/>
        </p:nvSpPr>
        <p:spPr>
          <a:xfrm>
            <a:off x="6305514" y="4714931"/>
            <a:ext cx="180000" cy="18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F33C6AC-1FB1-C73D-E002-C5F89CA4C708}"/>
              </a:ext>
            </a:extLst>
          </p:cNvPr>
          <p:cNvCxnSpPr>
            <a:cxnSpLocks/>
            <a:stCxn id="35" idx="2"/>
            <a:endCxn id="10" idx="7"/>
          </p:cNvCxnSpPr>
          <p:nvPr/>
        </p:nvCxnSpPr>
        <p:spPr>
          <a:xfrm flipH="1">
            <a:off x="5751845" y="4804931"/>
            <a:ext cx="553669" cy="19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D90B7FB-8680-1DDF-A2F9-75B8AA11B13B}"/>
              </a:ext>
            </a:extLst>
          </p:cNvPr>
          <p:cNvCxnSpPr>
            <a:cxnSpLocks/>
            <a:stCxn id="11" idx="2"/>
            <a:endCxn id="35" idx="7"/>
          </p:cNvCxnSpPr>
          <p:nvPr/>
        </p:nvCxnSpPr>
        <p:spPr>
          <a:xfrm flipH="1">
            <a:off x="6459154" y="4583563"/>
            <a:ext cx="290264" cy="157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Ellipse 42">
            <a:extLst>
              <a:ext uri="{FF2B5EF4-FFF2-40B4-BE49-F238E27FC236}">
                <a16:creationId xmlns:a16="http://schemas.microsoft.com/office/drawing/2014/main" id="{96C87A7A-FFB9-F05C-4CC1-6D28B7408754}"/>
              </a:ext>
            </a:extLst>
          </p:cNvPr>
          <p:cNvSpPr/>
          <p:nvPr/>
        </p:nvSpPr>
        <p:spPr>
          <a:xfrm>
            <a:off x="6446546" y="5342064"/>
            <a:ext cx="180000" cy="18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68BDF287-17E3-F626-FF6A-96F45E6C7A38}"/>
              </a:ext>
            </a:extLst>
          </p:cNvPr>
          <p:cNvCxnSpPr>
            <a:cxnSpLocks/>
            <a:stCxn id="43" idx="2"/>
            <a:endCxn id="10" idx="6"/>
          </p:cNvCxnSpPr>
          <p:nvPr/>
        </p:nvCxnSpPr>
        <p:spPr>
          <a:xfrm flipH="1" flipV="1">
            <a:off x="5846742" y="5229901"/>
            <a:ext cx="599804" cy="202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2A4B8DF-D633-7596-085D-DCFCD646B6D0}"/>
              </a:ext>
            </a:extLst>
          </p:cNvPr>
          <p:cNvCxnSpPr>
            <a:cxnSpLocks/>
            <a:stCxn id="43" idx="7"/>
            <a:endCxn id="11" idx="3"/>
          </p:cNvCxnSpPr>
          <p:nvPr/>
        </p:nvCxnSpPr>
        <p:spPr>
          <a:xfrm flipV="1">
            <a:off x="6600186" y="4861012"/>
            <a:ext cx="267153" cy="5074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1B3E0C2-27A1-BC87-1204-B6CE9086DE74}"/>
              </a:ext>
            </a:extLst>
          </p:cNvPr>
          <p:cNvCxnSpPr>
            <a:cxnSpLocks/>
            <a:stCxn id="35" idx="1"/>
            <a:endCxn id="9" idx="5"/>
          </p:cNvCxnSpPr>
          <p:nvPr/>
        </p:nvCxnSpPr>
        <p:spPr>
          <a:xfrm flipH="1" flipV="1">
            <a:off x="5904580" y="4258515"/>
            <a:ext cx="427294" cy="4827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4F4BEC7A-6D8A-5CD5-DFB5-7A93F653FEC7}"/>
              </a:ext>
            </a:extLst>
          </p:cNvPr>
          <p:cNvCxnSpPr>
            <a:cxnSpLocks/>
            <a:stCxn id="43" idx="0"/>
            <a:endCxn id="9" idx="5"/>
          </p:cNvCxnSpPr>
          <p:nvPr/>
        </p:nvCxnSpPr>
        <p:spPr>
          <a:xfrm flipH="1" flipV="1">
            <a:off x="5904580" y="4258515"/>
            <a:ext cx="631966" cy="1083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EB573A36-6530-E10E-B1E7-47551FA6CA4A}"/>
              </a:ext>
            </a:extLst>
          </p:cNvPr>
          <p:cNvSpPr/>
          <p:nvPr/>
        </p:nvSpPr>
        <p:spPr>
          <a:xfrm>
            <a:off x="4802486" y="656091"/>
            <a:ext cx="1413604" cy="327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de-DE" dirty="0"/>
              <a:t>[1]</a:t>
            </a:r>
            <a:endParaRPr lang="en-CA" dirty="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BEC8C969-C613-C33E-9E60-E28BCE26255E}"/>
              </a:ext>
            </a:extLst>
          </p:cNvPr>
          <p:cNvSpPr/>
          <p:nvPr/>
        </p:nvSpPr>
        <p:spPr>
          <a:xfrm>
            <a:off x="4802486" y="1198133"/>
            <a:ext cx="1413604" cy="327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de-DE" dirty="0"/>
              <a:t>[4]</a:t>
            </a:r>
            <a:endParaRPr lang="en-CA" dirty="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FCAB492C-7248-3AF4-E7ED-52C68A3F958E}"/>
              </a:ext>
            </a:extLst>
          </p:cNvPr>
          <p:cNvSpPr/>
          <p:nvPr/>
        </p:nvSpPr>
        <p:spPr>
          <a:xfrm>
            <a:off x="4802486" y="1626640"/>
            <a:ext cx="1413604" cy="327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de-DE" dirty="0"/>
              <a:t>[2]</a:t>
            </a:r>
            <a:endParaRPr lang="en-CA" dirty="0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5824CC16-8F0C-AE53-7842-980CDB74C052}"/>
              </a:ext>
            </a:extLst>
          </p:cNvPr>
          <p:cNvSpPr/>
          <p:nvPr/>
        </p:nvSpPr>
        <p:spPr>
          <a:xfrm>
            <a:off x="4802486" y="2108892"/>
            <a:ext cx="1413604" cy="327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de-DE" dirty="0"/>
              <a:t>[1]</a:t>
            </a:r>
            <a:endParaRPr lang="en-CA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CFD15430-13DF-60E5-2D3E-A48160920B70}"/>
              </a:ext>
            </a:extLst>
          </p:cNvPr>
          <p:cNvSpPr/>
          <p:nvPr/>
        </p:nvSpPr>
        <p:spPr>
          <a:xfrm>
            <a:off x="6530750" y="864730"/>
            <a:ext cx="798394" cy="327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F8D433A2-369F-0D11-3239-731E9515DA47}"/>
              </a:ext>
            </a:extLst>
          </p:cNvPr>
          <p:cNvSpPr/>
          <p:nvPr/>
        </p:nvSpPr>
        <p:spPr>
          <a:xfrm>
            <a:off x="6530750" y="1848194"/>
            <a:ext cx="798394" cy="327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193ECE7-69F8-23F5-66F9-7D9DBF142B58}"/>
              </a:ext>
            </a:extLst>
          </p:cNvPr>
          <p:cNvCxnSpPr>
            <a:cxnSpLocks/>
            <a:stCxn id="60" idx="3"/>
            <a:endCxn id="64" idx="1"/>
          </p:cNvCxnSpPr>
          <p:nvPr/>
        </p:nvCxnSpPr>
        <p:spPr>
          <a:xfrm>
            <a:off x="6216090" y="819864"/>
            <a:ext cx="314660" cy="2086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4" name="Grafik 93">
            <a:extLst>
              <a:ext uri="{FF2B5EF4-FFF2-40B4-BE49-F238E27FC236}">
                <a16:creationId xmlns:a16="http://schemas.microsoft.com/office/drawing/2014/main" id="{857767A6-1040-C692-7FB6-051AAA44B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70447" y="1990175"/>
            <a:ext cx="2972687" cy="2024542"/>
          </a:xfrm>
          <a:prstGeom prst="rect">
            <a:avLst/>
          </a:prstGeom>
        </p:spPr>
      </p:pic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158B6FEA-1CB2-08F2-50FB-C1982AAB20DA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 flipV="1">
            <a:off x="6216090" y="1028503"/>
            <a:ext cx="314660" cy="333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98234B6A-A152-95D7-F60D-A42ED41DB1DD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>
            <a:off x="6216090" y="1790413"/>
            <a:ext cx="314660" cy="221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81EBBF57-9709-879B-BCFB-AD85BA3A6BE5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6216090" y="2011967"/>
            <a:ext cx="314660" cy="2606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6582CD49-9DBA-8309-7468-42387981130C}"/>
              </a:ext>
            </a:extLst>
          </p:cNvPr>
          <p:cNvSpPr/>
          <p:nvPr/>
        </p:nvSpPr>
        <p:spPr>
          <a:xfrm>
            <a:off x="9430366" y="2197362"/>
            <a:ext cx="495459" cy="3275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[1]</a:t>
            </a:r>
            <a:endParaRPr lang="en-CA" dirty="0"/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C814B458-164A-8D9D-A373-5E8AD368534E}"/>
              </a:ext>
            </a:extLst>
          </p:cNvPr>
          <p:cNvSpPr/>
          <p:nvPr/>
        </p:nvSpPr>
        <p:spPr>
          <a:xfrm>
            <a:off x="9027045" y="2807030"/>
            <a:ext cx="659457" cy="297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[3,4]</a:t>
            </a:r>
            <a:endParaRPr lang="en-CA" dirty="0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EAA79DBF-747C-2250-AAEF-BFAF1FF70B72}"/>
              </a:ext>
            </a:extLst>
          </p:cNvPr>
          <p:cNvSpPr/>
          <p:nvPr/>
        </p:nvSpPr>
        <p:spPr>
          <a:xfrm>
            <a:off x="8865546" y="3233822"/>
            <a:ext cx="659457" cy="2977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[2]</a:t>
            </a:r>
            <a:endParaRPr lang="en-CA" dirty="0"/>
          </a:p>
        </p:txBody>
      </p:sp>
      <p:pic>
        <p:nvPicPr>
          <p:cNvPr id="99" name="Grafik 98">
            <a:extLst>
              <a:ext uri="{FF2B5EF4-FFF2-40B4-BE49-F238E27FC236}">
                <a16:creationId xmlns:a16="http://schemas.microsoft.com/office/drawing/2014/main" id="{7B336F90-C1A9-595A-1D57-207288744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1356" y="657489"/>
            <a:ext cx="1154264" cy="371014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8E68AF28-A97A-21A9-AE6B-1983EE7DD0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81738" y="1182154"/>
            <a:ext cx="1201132" cy="386079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9E60B864-90F0-53D1-4F2C-08AA48E16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46289" y="1662267"/>
            <a:ext cx="1049331" cy="341449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E35194EF-DB13-331D-5266-8A58E0A198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0194" y="2113381"/>
            <a:ext cx="1154264" cy="371014"/>
          </a:xfrm>
          <a:prstGeom prst="rect">
            <a:avLst/>
          </a:prstGeom>
        </p:spPr>
      </p:pic>
      <p:pic>
        <p:nvPicPr>
          <p:cNvPr id="104" name="Grafik 103">
            <a:extLst>
              <a:ext uri="{FF2B5EF4-FFF2-40B4-BE49-F238E27FC236}">
                <a16:creationId xmlns:a16="http://schemas.microsoft.com/office/drawing/2014/main" id="{EFFFE868-CAEA-188A-6368-4A936BED0B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7952" y="2131097"/>
            <a:ext cx="1154264" cy="371014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C4255BA6-705A-E73E-7398-F9E592A9BB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65609" y="2123565"/>
            <a:ext cx="1201132" cy="386079"/>
          </a:xfrm>
          <a:prstGeom prst="rect">
            <a:avLst/>
          </a:prstGeom>
        </p:spPr>
      </p:pic>
      <p:pic>
        <p:nvPicPr>
          <p:cNvPr id="107" name="Grafik 106">
            <a:extLst>
              <a:ext uri="{FF2B5EF4-FFF2-40B4-BE49-F238E27FC236}">
                <a16:creationId xmlns:a16="http://schemas.microsoft.com/office/drawing/2014/main" id="{4FCD0D33-8AC8-982E-E81F-FF45343306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3544" y="2454973"/>
            <a:ext cx="518205" cy="493819"/>
          </a:xfrm>
          <a:prstGeom prst="rect">
            <a:avLst/>
          </a:prstGeom>
        </p:spPr>
      </p:pic>
      <p:pic>
        <p:nvPicPr>
          <p:cNvPr id="109" name="Grafik 108">
            <a:extLst>
              <a:ext uri="{FF2B5EF4-FFF2-40B4-BE49-F238E27FC236}">
                <a16:creationId xmlns:a16="http://schemas.microsoft.com/office/drawing/2014/main" id="{2A4B27F6-408F-9854-FD36-77A2A52AF0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6944" y="2818842"/>
            <a:ext cx="737680" cy="493819"/>
          </a:xfrm>
          <a:prstGeom prst="rect">
            <a:avLst/>
          </a:prstGeom>
        </p:spPr>
      </p:pic>
      <p:pic>
        <p:nvPicPr>
          <p:cNvPr id="110" name="Grafik 109">
            <a:extLst>
              <a:ext uri="{FF2B5EF4-FFF2-40B4-BE49-F238E27FC236}">
                <a16:creationId xmlns:a16="http://schemas.microsoft.com/office/drawing/2014/main" id="{14DF4A73-C05F-0B76-9E6E-6626F3BC16D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3074" y="3624196"/>
            <a:ext cx="518205" cy="493819"/>
          </a:xfrm>
          <a:prstGeom prst="rect">
            <a:avLst/>
          </a:prstGeom>
        </p:spPr>
      </p:pic>
      <p:pic>
        <p:nvPicPr>
          <p:cNvPr id="111" name="Grafik 110">
            <a:extLst>
              <a:ext uri="{FF2B5EF4-FFF2-40B4-BE49-F238E27FC236}">
                <a16:creationId xmlns:a16="http://schemas.microsoft.com/office/drawing/2014/main" id="{C732B9AC-6846-B438-B035-1196DA46700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6176" y="3232312"/>
            <a:ext cx="737680" cy="493819"/>
          </a:xfrm>
          <a:prstGeom prst="rect">
            <a:avLst/>
          </a:prstGeom>
        </p:spPr>
      </p:pic>
      <p:pic>
        <p:nvPicPr>
          <p:cNvPr id="112" name="Grafik 111">
            <a:extLst>
              <a:ext uri="{FF2B5EF4-FFF2-40B4-BE49-F238E27FC236}">
                <a16:creationId xmlns:a16="http://schemas.microsoft.com/office/drawing/2014/main" id="{B81A3456-0FD5-9291-DFEC-49417B2666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2472" y="871704"/>
            <a:ext cx="1201132" cy="386079"/>
          </a:xfrm>
          <a:prstGeom prst="rect">
            <a:avLst/>
          </a:prstGeom>
        </p:spPr>
      </p:pic>
      <p:pic>
        <p:nvPicPr>
          <p:cNvPr id="113" name="Grafik 112">
            <a:extLst>
              <a:ext uri="{FF2B5EF4-FFF2-40B4-BE49-F238E27FC236}">
                <a16:creationId xmlns:a16="http://schemas.microsoft.com/office/drawing/2014/main" id="{344B9048-146B-8BA8-0BC8-1491FF70CC5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07846" y="1796849"/>
            <a:ext cx="1536325" cy="499915"/>
          </a:xfrm>
          <a:prstGeom prst="rect">
            <a:avLst/>
          </a:prstGeom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2FAB456E-E067-E533-1F68-14F3CCB681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4449" y="2428077"/>
            <a:ext cx="1536325" cy="493819"/>
          </a:xfrm>
          <a:prstGeom prst="rect">
            <a:avLst/>
          </a:prstGeom>
        </p:spPr>
      </p:pic>
      <p:pic>
        <p:nvPicPr>
          <p:cNvPr id="115" name="Grafik 114">
            <a:extLst>
              <a:ext uri="{FF2B5EF4-FFF2-40B4-BE49-F238E27FC236}">
                <a16:creationId xmlns:a16="http://schemas.microsoft.com/office/drawing/2014/main" id="{F11DF309-FD8B-D082-19E2-0F1F0ED649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2496" y="2800372"/>
            <a:ext cx="1536325" cy="493819"/>
          </a:xfrm>
          <a:prstGeom prst="rect">
            <a:avLst/>
          </a:prstGeom>
        </p:spPr>
      </p:pic>
      <p:pic>
        <p:nvPicPr>
          <p:cNvPr id="116" name="Grafik 115">
            <a:extLst>
              <a:ext uri="{FF2B5EF4-FFF2-40B4-BE49-F238E27FC236}">
                <a16:creationId xmlns:a16="http://schemas.microsoft.com/office/drawing/2014/main" id="{A5A35E16-CD91-3D43-830C-C5FE4E4B47F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4601" y="3210890"/>
            <a:ext cx="1536325" cy="493819"/>
          </a:xfrm>
          <a:prstGeom prst="rect">
            <a:avLst/>
          </a:prstGeom>
        </p:spPr>
      </p:pic>
      <p:pic>
        <p:nvPicPr>
          <p:cNvPr id="117" name="Grafik 116">
            <a:extLst>
              <a:ext uri="{FF2B5EF4-FFF2-40B4-BE49-F238E27FC236}">
                <a16:creationId xmlns:a16="http://schemas.microsoft.com/office/drawing/2014/main" id="{C1C299EE-4B34-AF68-6BF2-DACCC543FC8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62806" y="3577303"/>
            <a:ext cx="1536325" cy="499915"/>
          </a:xfrm>
          <a:prstGeom prst="rect">
            <a:avLst/>
          </a:prstGeom>
        </p:spPr>
      </p:pic>
      <p:sp>
        <p:nvSpPr>
          <p:cNvPr id="118" name="Rechteck 117">
            <a:extLst>
              <a:ext uri="{FF2B5EF4-FFF2-40B4-BE49-F238E27FC236}">
                <a16:creationId xmlns:a16="http://schemas.microsoft.com/office/drawing/2014/main" id="{B4CDD58B-F55D-8F37-C64C-BAD94238464F}"/>
              </a:ext>
            </a:extLst>
          </p:cNvPr>
          <p:cNvSpPr/>
          <p:nvPr/>
        </p:nvSpPr>
        <p:spPr>
          <a:xfrm>
            <a:off x="61416" y="67699"/>
            <a:ext cx="12085093" cy="6715779"/>
          </a:xfrm>
          <a:prstGeom prst="rect">
            <a:avLst/>
          </a:prstGeom>
          <a:noFill/>
          <a:ln w="222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66880C31-DF70-29FA-991D-6C12E5FD0A49}"/>
              </a:ext>
            </a:extLst>
          </p:cNvPr>
          <p:cNvCxnSpPr>
            <a:cxnSpLocks/>
          </p:cNvCxnSpPr>
          <p:nvPr/>
        </p:nvCxnSpPr>
        <p:spPr>
          <a:xfrm>
            <a:off x="1721893" y="6055134"/>
            <a:ext cx="874821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9BDCF5F-93A6-9C96-483F-A641D37DF774}"/>
              </a:ext>
            </a:extLst>
          </p:cNvPr>
          <p:cNvSpPr txBox="1"/>
          <p:nvPr/>
        </p:nvSpPr>
        <p:spPr>
          <a:xfrm>
            <a:off x="1052506" y="6212216"/>
            <a:ext cx="133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Structured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82D1F1D-726D-0B16-9538-B11272063593}"/>
              </a:ext>
            </a:extLst>
          </p:cNvPr>
          <p:cNvSpPr txBox="1"/>
          <p:nvPr/>
        </p:nvSpPr>
        <p:spPr>
          <a:xfrm>
            <a:off x="9660150" y="6212216"/>
            <a:ext cx="161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1"/>
              <a:t>Unstructured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32CC12C-37D3-5530-939E-B6360F674048}"/>
              </a:ext>
            </a:extLst>
          </p:cNvPr>
          <p:cNvSpPr txBox="1"/>
          <p:nvPr/>
        </p:nvSpPr>
        <p:spPr>
          <a:xfrm>
            <a:off x="1812635" y="1654524"/>
            <a:ext cx="133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Tabular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3B1DD28-39D8-F854-B5E7-7F3B75A521BE}"/>
              </a:ext>
            </a:extLst>
          </p:cNvPr>
          <p:cNvSpPr txBox="1"/>
          <p:nvPr/>
        </p:nvSpPr>
        <p:spPr>
          <a:xfrm>
            <a:off x="5367563" y="239277"/>
            <a:ext cx="133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Emergent</a:t>
            </a:r>
            <a:endParaRPr lang="en-US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C4A4ADA-817F-62FC-BD8A-C290CE61769C}"/>
              </a:ext>
            </a:extLst>
          </p:cNvPr>
          <p:cNvSpPr txBox="1"/>
          <p:nvPr/>
        </p:nvSpPr>
        <p:spPr>
          <a:xfrm>
            <a:off x="5063176" y="2891171"/>
            <a:ext cx="196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Graph</a:t>
            </a:r>
            <a:r>
              <a:rPr lang="en-US" noProof="0" dirty="0"/>
              <a:t>-based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5BBC86F-C867-2244-BD03-1FE624853EC0}"/>
              </a:ext>
            </a:extLst>
          </p:cNvPr>
          <p:cNvSpPr txBox="1"/>
          <p:nvPr/>
        </p:nvSpPr>
        <p:spPr>
          <a:xfrm>
            <a:off x="8680101" y="1654524"/>
            <a:ext cx="196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Narrative</a:t>
            </a:r>
          </a:p>
        </p:txBody>
      </p:sp>
    </p:spTree>
    <p:extLst>
      <p:ext uri="{BB962C8B-B14F-4D97-AF65-F5344CB8AC3E}">
        <p14:creationId xmlns:p14="http://schemas.microsoft.com/office/powerpoint/2010/main" val="378487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Breitbild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Gerit Wagner</dc:creator>
  <cp:lastModifiedBy>Gerit Wagner</cp:lastModifiedBy>
  <cp:revision>9</cp:revision>
  <dcterms:created xsi:type="dcterms:W3CDTF">2025-05-27T08:39:28Z</dcterms:created>
  <dcterms:modified xsi:type="dcterms:W3CDTF">2025-06-04T12:37:06Z</dcterms:modified>
</cp:coreProperties>
</file>